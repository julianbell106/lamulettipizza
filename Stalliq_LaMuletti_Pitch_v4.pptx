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 Bell" userId="379b67c58fd0bb91" providerId="LiveId" clId="{433739E3-3915-4BA6-8B1D-6DAFDDC6ECE4}"/>
    <pc:docChg chg="undo custSel modSld">
      <pc:chgData name="Julian Bell" userId="379b67c58fd0bb91" providerId="LiveId" clId="{433739E3-3915-4BA6-8B1D-6DAFDDC6ECE4}" dt="2026-04-27T16:52:32.059" v="38" actId="1076"/>
      <pc:docMkLst>
        <pc:docMk/>
      </pc:docMkLst>
      <pc:sldChg chg="modSp mod">
        <pc:chgData name="Julian Bell" userId="379b67c58fd0bb91" providerId="LiveId" clId="{433739E3-3915-4BA6-8B1D-6DAFDDC6ECE4}" dt="2026-04-27T16:52:32.059" v="38" actId="1076"/>
        <pc:sldMkLst>
          <pc:docMk/>
          <pc:sldMk cId="0" sldId="262"/>
        </pc:sldMkLst>
        <pc:spChg chg="mod">
          <ac:chgData name="Julian Bell" userId="379b67c58fd0bb91" providerId="LiveId" clId="{433739E3-3915-4BA6-8B1D-6DAFDDC6ECE4}" dt="2026-04-27T16:52:13.614" v="10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1:53.699" v="5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2:08.817" v="8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2:20.386" v="25" actId="1035"/>
          <ac:spMkLst>
            <pc:docMk/>
            <pc:sldMk cId="0" sldId="262"/>
            <ac:spMk id="20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2:08.817" v="8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2:24.564" v="36" actId="10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2:08.817" v="8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2:29.073" v="37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2:08.817" v="8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Julian Bell" userId="379b67c58fd0bb91" providerId="LiveId" clId="{433739E3-3915-4BA6-8B1D-6DAFDDC6ECE4}" dt="2026-04-27T16:52:32.059" v="38" actId="1076"/>
          <ac:spMkLst>
            <pc:docMk/>
            <pc:sldMk cId="0" sldId="262"/>
            <ac:spMk id="26" creationId="{00000000-0000-0000-0000-000000000000}"/>
          </ac:spMkLst>
        </pc:spChg>
      </pc:sldChg>
      <pc:sldChg chg="modSp mod">
        <pc:chgData name="Julian Bell" userId="379b67c58fd0bb91" providerId="LiveId" clId="{433739E3-3915-4BA6-8B1D-6DAFDDC6ECE4}" dt="2026-04-27T16:51:42.349" v="4" actId="20577"/>
        <pc:sldMkLst>
          <pc:docMk/>
          <pc:sldMk cId="0" sldId="263"/>
        </pc:sldMkLst>
        <pc:spChg chg="mod">
          <ac:chgData name="Julian Bell" userId="379b67c58fd0bb91" providerId="LiveId" clId="{433739E3-3915-4BA6-8B1D-6DAFDDC6ECE4}" dt="2026-04-27T16:51:42.349" v="4" actId="20577"/>
          <ac:spMkLst>
            <pc:docMk/>
            <pc:sldMk cId="0" sldId="263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48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949440" y="-137160"/>
            <a:ext cx="1920240" cy="1920240"/>
          </a:xfrm>
          <a:prstGeom prst="ellipse">
            <a:avLst/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949440" y="-4572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 PROPOSAL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ordering app.
Your kitchen.
Your customers.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22860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31272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Daniele &amp; Danielle, La Muletti Pizza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500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STALLIQ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47731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stalliq.co.uk  -  by Endoo Limited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a busy van is hard enough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the chaos.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3716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2697480" cy="3154680"/>
          </a:xfrm>
          <a:prstGeom prst="rect">
            <a:avLst/>
          </a:prstGeom>
          <a:solidFill>
            <a:srgbClr val="D0C8B8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64008" cy="315468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84832"/>
            <a:ext cx="658368" cy="6583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" y="2907792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get lost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6072" y="352044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tickets miss orders at peak. Every time.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37560" y="1801368"/>
            <a:ext cx="2697480" cy="3154680"/>
          </a:xfrm>
          <a:prstGeom prst="rect">
            <a:avLst/>
          </a:prstGeom>
          <a:solidFill>
            <a:srgbClr val="D0C8B8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291840" y="173736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291840" y="1737360"/>
            <a:ext cx="64008" cy="315468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084832"/>
            <a:ext cx="658368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56432" y="2907792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don't know their wait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56432" y="352044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updates. They hover, keep asking, frustration builds.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17920" y="1801368"/>
            <a:ext cx="2697480" cy="3154680"/>
          </a:xfrm>
          <a:prstGeom prst="rect">
            <a:avLst/>
          </a:prstGeom>
          <a:solidFill>
            <a:srgbClr val="D0C8B8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6172200" y="173736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6172200" y="1737360"/>
            <a:ext cx="64008" cy="315468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2084832"/>
            <a:ext cx="658368" cy="6583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36792" y="2907792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One-off buyers, not regulars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36792" y="352044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faces — but no way to reach them again.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500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STALLIQ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kitchen management co-pilot, built for independent food vendors.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18288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38912" y="2194560"/>
            <a:ext cx="118872" cy="118872"/>
          </a:xfrm>
          <a:prstGeom prst="ellipse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 —  </a:t>
            </a:r>
            <a:r>
              <a:rPr lang="en-US" sz="13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branded app — your logo, your name. No marketplace, no middleman.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3063240"/>
            <a:ext cx="118872" cy="118872"/>
          </a:xfrm>
          <a:prstGeom prst="ellipse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13232" y="289864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kitchen  —  </a:t>
            </a:r>
            <a:r>
              <a:rPr lang="en-US" sz="13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dashboard. Every order, its status, and wait time. Nothing slips through.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3931920"/>
            <a:ext cx="118872" cy="118872"/>
          </a:xfrm>
          <a:prstGeom prst="ellipse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13232" y="376732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 —  </a:t>
            </a:r>
            <a:r>
              <a:rPr lang="en-US" sz="13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is yours. You own the relationship, the loyalty, the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777240"/>
            <a:ext cx="2606040" cy="4069080"/>
          </a:xfrm>
          <a:prstGeom prst="rect">
            <a:avLst/>
          </a:prstGeom>
          <a:solidFill>
            <a:srgbClr val="2A1200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26480" y="9601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2359152"/>
            <a:ext cx="178308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26480" y="24871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up to 30%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Just Eat &amp; Deliveroo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3200400"/>
            <a:ext cx="178308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126480" y="3337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fee
No contracts
No commission  —  ever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251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monthly subscription only.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order placed to order collected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all under control.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3716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395728" y="2093976"/>
            <a:ext cx="164592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05456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scans QR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 link or scans the van's QR code. La Muletti's branded app opens instantly — no download.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1737360"/>
            <a:ext cx="822960" cy="822960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044952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0" y="2093976"/>
            <a:ext cx="164592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81728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on their phone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87752" y="312724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the menu, adds items, customises notes, places order. Straight from their pocket.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21224" y="1737360"/>
            <a:ext cx="822960" cy="822960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221224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748272" y="2093976"/>
            <a:ext cx="164592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858000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18304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 sees it 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024" y="312724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appears on the kitchen dashboard the moment it's placed. Accepted with one tap.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97496" y="1737360"/>
            <a:ext cx="822960" cy="822960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397496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94576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— phone beeps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0296" y="312724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marks it done. Customer's phone beeps twice. They collect. No hovering, no shouting.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4572000"/>
            <a:ext cx="27432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on the van's tablet or any phone — nothing extra to buy.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MANAGEMENT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keep service smooth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at its busiest.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8056" y="1783080"/>
            <a:ext cx="4160520" cy="1463040"/>
          </a:xfrm>
          <a:prstGeom prst="rect">
            <a:avLst/>
          </a:prstGeom>
          <a:solidFill>
            <a:srgbClr val="D0C8B8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64008" cy="146304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8366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9576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orders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9576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to screen. No paper tickets.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37176" y="1783080"/>
            <a:ext cx="4160520" cy="1463040"/>
          </a:xfrm>
          <a:prstGeom prst="rect">
            <a:avLst/>
          </a:prstGeom>
          <a:solidFill>
            <a:srgbClr val="D0C8B8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800600" y="173736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800600" y="1737360"/>
            <a:ext cx="64008" cy="146304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83664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68696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kanban board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68696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-&gt; Accepted -&gt; Ready. One tap.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8056" y="3383280"/>
            <a:ext cx="4160520" cy="1463040"/>
          </a:xfrm>
          <a:prstGeom prst="rect">
            <a:avLst/>
          </a:prstGeom>
          <a:solidFill>
            <a:srgbClr val="D0C8B8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411480" y="333756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411480" y="3337560"/>
            <a:ext cx="64008" cy="146304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8386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79576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Walk-in orders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179576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from the kitchen in seconds.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837176" y="3383280"/>
            <a:ext cx="4160520" cy="1463040"/>
          </a:xfrm>
          <a:prstGeom prst="rect">
            <a:avLst/>
          </a:prstGeom>
          <a:solidFill>
            <a:srgbClr val="D0C8B8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4800600" y="333756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4800600" y="3337560"/>
            <a:ext cx="64008" cy="146304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83864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68696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Multi-staff login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568696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PIN per person. One shared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experience your customers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come back for.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8288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tap a link. La Muletti opens.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download, no friction.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2441448"/>
            <a:ext cx="118872" cy="118872"/>
          </a:xfrm>
          <a:prstGeom prst="ellipse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04088" y="2331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 app — your logo, your name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3099816"/>
            <a:ext cx="118872" cy="118872"/>
          </a:xfrm>
          <a:prstGeom prst="ellipse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04088" y="29900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order status  +  ready beep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3758184"/>
            <a:ext cx="118872" cy="118872"/>
          </a:xfrm>
          <a:prstGeom prst="ellipse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04088" y="36484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Customise every item — notes to the kitchen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" y="4416552"/>
            <a:ext cx="118872" cy="118872"/>
          </a:xfrm>
          <a:prstGeom prst="ellipse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04088" y="43068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history  &amp;  loyalty (coming soon)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320040"/>
            <a:ext cx="3291840" cy="4663440"/>
          </a:xfrm>
          <a:prstGeom prst="rect">
            <a:avLst/>
          </a:prstGeom>
          <a:solidFill>
            <a:srgbClr val="0E0600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068312" y="429768"/>
            <a:ext cx="128016" cy="128016"/>
          </a:xfrm>
          <a:prstGeom prst="ellipse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605272" y="649224"/>
            <a:ext cx="3054096" cy="4005072"/>
          </a:xfrm>
          <a:prstGeom prst="rect">
            <a:avLst/>
          </a:prstGeom>
          <a:solidFill>
            <a:srgbClr val="160800"/>
          </a:solidFill>
          <a:ln w="12700">
            <a:solidFill>
              <a:srgbClr val="2A1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605272" y="649224"/>
            <a:ext cx="3054096" cy="45720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605272" y="64922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MULETTI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0136" y="1197864"/>
            <a:ext cx="2944368" cy="594360"/>
          </a:xfrm>
          <a:prstGeom prst="rect">
            <a:avLst/>
          </a:prstGeom>
          <a:solidFill>
            <a:srgbClr val="221000"/>
          </a:solidFill>
          <a:ln w="12700">
            <a:solidFill>
              <a:srgbClr val="2E1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660136" y="1197864"/>
            <a:ext cx="36576" cy="59436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760720" y="126187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Margherita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1527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54696" y="1344168"/>
            <a:ext cx="676656" cy="27432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854696" y="13441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0136" y="1892808"/>
            <a:ext cx="2944368" cy="594360"/>
          </a:xfrm>
          <a:prstGeom prst="rect">
            <a:avLst/>
          </a:prstGeom>
          <a:solidFill>
            <a:srgbClr val="221000"/>
          </a:solidFill>
          <a:ln w="12700">
            <a:solidFill>
              <a:srgbClr val="2E1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660136" y="1892808"/>
            <a:ext cx="36576" cy="59436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760720" y="195681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 Pepperoni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2219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54696" y="2039112"/>
            <a:ext cx="676656" cy="27432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854696" y="203911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0136" y="2587752"/>
            <a:ext cx="2944368" cy="594360"/>
          </a:xfrm>
          <a:prstGeom prst="rect">
            <a:avLst/>
          </a:prstGeom>
          <a:solidFill>
            <a:srgbClr val="221000"/>
          </a:solidFill>
          <a:ln w="12700">
            <a:solidFill>
              <a:srgbClr val="2E1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660136" y="2587752"/>
            <a:ext cx="36576" cy="59436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760720" y="26517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Mamma Muletti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2916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854696" y="2734056"/>
            <a:ext cx="676656" cy="27432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854696" y="273405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0136" y="3374136"/>
            <a:ext cx="2944368" cy="502920"/>
          </a:xfrm>
          <a:prstGeom prst="rect">
            <a:avLst/>
          </a:prstGeom>
          <a:solidFill>
            <a:srgbClr val="2A1200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696712" y="3410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#42  Margherita x1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96712" y="3648456"/>
            <a:ext cx="694944" cy="164592"/>
          </a:xfrm>
          <a:prstGeom prst="rect">
            <a:avLst/>
          </a:prstGeom>
          <a:solidFill>
            <a:srgbClr val="1A4A1A"/>
          </a:solidFill>
          <a:ln w="12700">
            <a:solidFill>
              <a:srgbClr val="2A6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696712" y="364845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6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473952" y="36667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12 mins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605272" y="4215384"/>
            <a:ext cx="3054096" cy="438912"/>
          </a:xfrm>
          <a:prstGeom prst="rect">
            <a:avLst/>
          </a:prstGeom>
          <a:solidFill>
            <a:srgbClr val="0A0400"/>
          </a:solidFill>
          <a:ln w="12700">
            <a:solidFill>
              <a:srgbClr val="1A0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605272" y="4288536"/>
            <a:ext cx="763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368796" y="4288536"/>
            <a:ext cx="763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132320" y="4288536"/>
            <a:ext cx="763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95844" y="4288536"/>
            <a:ext cx="763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693408" y="4855464"/>
            <a:ext cx="877824" cy="457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founding partnership,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a free trial.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18288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 MULETTI GETS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4572000" cy="2944368"/>
          </a:xfrm>
          <a:prstGeom prst="rect">
            <a:avLst/>
          </a:prstGeom>
          <a:solidFill>
            <a:srgbClr val="2A1200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£708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6265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tier  -  your first 12 months  -  no conditions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4023360" cy="36576"/>
          </a:xfrm>
          <a:prstGeom prst="rect">
            <a:avLst/>
          </a:prstGeom>
          <a:solidFill>
            <a:srgbClr val="3A2010"/>
          </a:solidFill>
          <a:ln w="12700">
            <a:solidFill>
              <a:srgbClr val="3A20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off for life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 as a Founding Customer  -  yours from year two onwards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187952"/>
            <a:ext cx="4023360" cy="36576"/>
          </a:xfrm>
          <a:prstGeom prst="rect">
            <a:avLst/>
          </a:prstGeom>
          <a:solidFill>
            <a:srgbClr val="3A2010"/>
          </a:solidFill>
          <a:ln w="12700">
            <a:solidFill>
              <a:srgbClr val="3A20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2920" y="42793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 +  direct input into the product roadmap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48072" y="731520"/>
            <a:ext cx="36576" cy="4160520"/>
          </a:xfrm>
          <a:prstGeom prst="rect">
            <a:avLst/>
          </a:prstGeom>
          <a:solidFill>
            <a:srgbClr val="3A2010"/>
          </a:solidFill>
          <a:ln w="12700">
            <a:solidFill>
              <a:srgbClr val="3A20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390388" y="74740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IN RETURN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1563624"/>
            <a:ext cx="118872" cy="118872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687568" y="133549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our founding live customer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40680" y="2276856"/>
            <a:ext cx="118872" cy="118872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87568" y="206874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honest feedback over 12 months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40680" y="2990088"/>
            <a:ext cx="118872" cy="118872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687568" y="2780243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reference La Muletti to new vendors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40680" y="3703320"/>
            <a:ext cx="118872" cy="118872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687568" y="3544401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 to Sophie (MK food blogger) after 3 months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49640" cy="329184"/>
          </a:xfrm>
          <a:prstGeom prst="rect">
            <a:avLst/>
          </a:prstGeom>
          <a:solidFill>
            <a:srgbClr val="2A1200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275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rate is yours for life  -  as long as your subscription stays active.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something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Milton Keynes will love.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82880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9184" y="1856232"/>
            <a:ext cx="402336" cy="402336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9184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8013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the live demo together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1854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stalliq-demo.netlify.app — Daniele places a real order, Julian shows the kitchen dashboard. Not a mockup.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" y="2743200"/>
            <a:ext cx="402336" cy="402336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9184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6883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Agree the partnership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0723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one-page arrangement — free year, Founding discount, feedback commitment. Nothing complex.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" y="3630168"/>
            <a:ext cx="402336" cy="402336"/>
          </a:xfrm>
          <a:prstGeom prst="ellipse">
            <a:avLst/>
          </a:prstGeom>
          <a:solidFill>
            <a:srgbClr val="C4271A"/>
          </a:solidFill>
          <a:ln w="12700">
            <a:solidFill>
              <a:srgbClr val="C427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29184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5753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 at the next event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9593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one-hour on-site session — Julian at the van, everything live-tested before the first customer orders.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572768"/>
            <a:ext cx="2606040" cy="3291840"/>
          </a:xfrm>
          <a:prstGeom prst="rect">
            <a:avLst/>
          </a:prstGeom>
          <a:solidFill>
            <a:srgbClr val="2A1200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17920" y="18013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D4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STALLIQ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29400" y="2377440"/>
            <a:ext cx="178308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217920" y="2487168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Bell
</a:t>
            </a: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Endoo Limited
</a:t>
            </a:r>
            <a:r>
              <a:rPr lang="en-US" sz="11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julian@endoo.co.uk
endoo.co.uk
</a:t>
            </a: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Bletchley, Milton Keynes
Available 7 days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4553712"/>
            <a:ext cx="1783080" cy="36576"/>
          </a:xfrm>
          <a:prstGeom prst="rect">
            <a:avLst/>
          </a:prstGeom>
          <a:solidFill>
            <a:srgbClr val="D4A043"/>
          </a:solidFill>
          <a:ln w="12700">
            <a:solidFill>
              <a:srgbClr val="D4A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217920" y="46908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stalliq-demo.netlify.app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702</Words>
  <Application>Microsoft Office PowerPoint</Application>
  <PresentationFormat>On-screen Show (16:9)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Muletti x Stalliq — Partnership Pitch</dc:title>
  <dc:subject>PptxGenJS Presentation</dc:subject>
  <dc:creator>Endoo Limited</dc:creator>
  <cp:lastModifiedBy>Julian Bell</cp:lastModifiedBy>
  <cp:revision>1</cp:revision>
  <dcterms:created xsi:type="dcterms:W3CDTF">2026-04-27T15:09:43Z</dcterms:created>
  <dcterms:modified xsi:type="dcterms:W3CDTF">2026-04-27T16:52:36Z</dcterms:modified>
</cp:coreProperties>
</file>